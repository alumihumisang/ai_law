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Graph Construction Complexity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O(N²) Pairwise  vs  XRAG Trie  ·  N = 6,057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108960" cy="530352"/>
          </a:xfrm>
          <a:prstGeom prst="rect">
            <a:avLst/>
          </a:prstGeom>
          <a:solidFill>
            <a:srgbClr val="1F396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243584"/>
            <a:ext cx="2962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188720"/>
            <a:ext cx="4114800" cy="530352"/>
          </a:xfrm>
          <a:prstGeom prst="rect">
            <a:avLst/>
          </a:prstGeom>
          <a:solidFill>
            <a:srgbClr val="C55A1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243584"/>
            <a:ext cx="39684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O(N²) 逐對比較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188720"/>
            <a:ext cx="4114800" cy="530352"/>
          </a:xfrm>
          <a:prstGeom prst="rect">
            <a:avLst/>
          </a:prstGeom>
          <a:solidFill>
            <a:srgbClr val="2E74B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2" y="1243584"/>
            <a:ext cx="39684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XRAG Trie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19072"/>
            <a:ext cx="3108960" cy="62179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792224"/>
            <a:ext cx="29260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建構時間複雜度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719072"/>
            <a:ext cx="4114800" cy="62179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792224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O(N²)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719072"/>
            <a:ext cx="4114800" cy="62179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792224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O(N)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77439"/>
            <a:ext cx="3108960" cy="62179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450591"/>
            <a:ext cx="29260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每筆新案件成本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377439"/>
            <a:ext cx="4114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450591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O(N)（重算 N 次相似度）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2377439"/>
            <a:ext cx="4114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450591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O(1)（hash → 掛葉節點）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035808"/>
            <a:ext cx="3108960" cy="62179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108960"/>
            <a:ext cx="29260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Case 節點數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035808"/>
            <a:ext cx="4114800" cy="62179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108960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3035808"/>
            <a:ext cx="4114800" cy="62179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108960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94176"/>
            <a:ext cx="3108960" cy="62179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3767328"/>
            <a:ext cx="29260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關係（邊）數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3694176"/>
            <a:ext cx="4114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767328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最多 N²/2 ≈ 1,830 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3694176"/>
            <a:ext cx="4114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3767328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N + ≤172 條 Trie 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52544"/>
            <a:ext cx="3108960" cy="62179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4425696"/>
            <a:ext cx="29260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Neo4j Aura 上限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4352544"/>
            <a:ext cx="4114800" cy="621792"/>
          </a:xfrm>
          <a:prstGeom prst="rect">
            <a:avLst/>
          </a:prstGeom>
          <a:solidFill>
            <a:srgbClr val="FCE4D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4425696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55A11"/>
                </a:solidFill>
              </a:rPr>
              <a:t>❌ 遠超 40 萬關係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18120" y="4352544"/>
            <a:ext cx="4114800" cy="62179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425696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8644"/>
                </a:solidFill>
              </a:rPr>
              <a:t>✅ 完全在免費額度內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010912"/>
            <a:ext cx="3108960" cy="62179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5084064"/>
            <a:ext cx="29260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實際建構時間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5010912"/>
            <a:ext cx="4114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5084064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估計 &gt; 51 小時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8120" y="5010912"/>
            <a:ext cx="4114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09560" y="5084064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Phase2 數分鐘內完成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669280"/>
            <a:ext cx="3108960" cy="62179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79" y="5742432"/>
            <a:ext cx="292607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04040"/>
                </a:solidFill>
              </a:rPr>
              <a:t>新方法的代價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5669280"/>
            <a:ext cx="4114800" cy="62179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5742432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5669280"/>
            <a:ext cx="4114800" cy="621792"/>
          </a:xfrm>
          <a:prstGeom prst="rect">
            <a:avLst/>
          </a:prstGeom>
          <a:solidFill>
            <a:srgbClr val="D9EAD3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5742432"/>
            <a:ext cx="3931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</a:rPr>
              <a:t>Phase1 LLM 標注 ≈ 3–4 小時（一次性）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6053328"/>
            <a:ext cx="11567160" cy="658368"/>
          </a:xfrm>
          <a:prstGeom prst="rect">
            <a:avLst/>
          </a:prstGeom>
          <a:solidFill>
            <a:srgbClr val="E2EFDA"/>
          </a:solidFill>
          <a:ln w="190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4D2B"/>
                </a:solidFill>
              </a:rPr>
              <a:t>核心洞察：XRAG 將「比較問題（O(N²)）」轉為「分類問題（O(1)）」。代價是 Phase 1 的一次性 LLM 標注，換取之後每次 query 的閃電速度。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